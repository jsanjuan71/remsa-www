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6888163" cy="100203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2500"/>
    <a:srgbClr val="C71D0B"/>
    <a:srgbClr val="F7C771"/>
    <a:srgbClr val="FFD653"/>
    <a:srgbClr val="FFDC6D"/>
    <a:srgbClr val="CC0000"/>
    <a:srgbClr val="C4BB0E"/>
    <a:srgbClr val="D00000"/>
    <a:srgbClr val="FF9900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40" autoAdjust="0"/>
    <p:restoredTop sz="96373" autoAdjust="0"/>
  </p:normalViewPr>
  <p:slideViewPr>
    <p:cSldViewPr>
      <p:cViewPr varScale="1">
        <p:scale>
          <a:sx n="69" d="100"/>
          <a:sy n="69" d="100"/>
        </p:scale>
        <p:origin x="86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acosta" userId="a6fdbd8d51c838d9" providerId="LiveId" clId="{F3C9F2B2-D99A-498D-9CE5-A40E0AE4AAE2}"/>
    <pc:docChg chg="undo custSel modSld">
      <pc:chgData name="jose acosta" userId="a6fdbd8d51c838d9" providerId="LiveId" clId="{F3C9F2B2-D99A-498D-9CE5-A40E0AE4AAE2}" dt="2026-06-26T00:26:16.623" v="1458" actId="1076"/>
      <pc:docMkLst>
        <pc:docMk/>
      </pc:docMkLst>
      <pc:sldChg chg="addSp delSp modSp mod">
        <pc:chgData name="jose acosta" userId="a6fdbd8d51c838d9" providerId="LiveId" clId="{F3C9F2B2-D99A-498D-9CE5-A40E0AE4AAE2}" dt="2026-06-26T00:26:16.623" v="1458" actId="1076"/>
        <pc:sldMkLst>
          <pc:docMk/>
          <pc:sldMk cId="0" sldId="257"/>
        </pc:sldMkLst>
        <pc:spChg chg="add del mod">
          <ac:chgData name="jose acosta" userId="a6fdbd8d51c838d9" providerId="LiveId" clId="{F3C9F2B2-D99A-498D-9CE5-A40E0AE4AAE2}" dt="2026-06-25T23:23:01.539" v="557" actId="478"/>
          <ac:spMkLst>
            <pc:docMk/>
            <pc:sldMk cId="0" sldId="257"/>
            <ac:spMk id="13" creationId="{5D8007AE-F95A-114D-403C-5D5E50E43E68}"/>
          </ac:spMkLst>
        </pc:spChg>
        <pc:spChg chg="mod">
          <ac:chgData name="jose acosta" userId="a6fdbd8d51c838d9" providerId="LiveId" clId="{F3C9F2B2-D99A-498D-9CE5-A40E0AE4AAE2}" dt="2026-06-25T23:37:59.695" v="829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jose acosta" userId="a6fdbd8d51c838d9" providerId="LiveId" clId="{F3C9F2B2-D99A-498D-9CE5-A40E0AE4AAE2}" dt="2026-06-26T00:22:04.868" v="1449" actId="20577"/>
          <ac:spMkLst>
            <pc:docMk/>
            <pc:sldMk cId="0" sldId="257"/>
            <ac:spMk id="3119" creationId="{00000000-0000-0000-0000-000000000000}"/>
          </ac:spMkLst>
        </pc:spChg>
        <pc:spChg chg="mod">
          <ac:chgData name="jose acosta" userId="a6fdbd8d51c838d9" providerId="LiveId" clId="{F3C9F2B2-D99A-498D-9CE5-A40E0AE4AAE2}" dt="2026-06-26T00:23:36.406" v="1451" actId="1076"/>
          <ac:spMkLst>
            <pc:docMk/>
            <pc:sldMk cId="0" sldId="257"/>
            <ac:spMk id="3126" creationId="{00000000-0000-0000-0000-000000000000}"/>
          </ac:spMkLst>
        </pc:spChg>
        <pc:spChg chg="mod">
          <ac:chgData name="jose acosta" userId="a6fdbd8d51c838d9" providerId="LiveId" clId="{F3C9F2B2-D99A-498D-9CE5-A40E0AE4AAE2}" dt="2026-06-25T23:55:25.218" v="893" actId="123"/>
          <ac:spMkLst>
            <pc:docMk/>
            <pc:sldMk cId="0" sldId="257"/>
            <ac:spMk id="3151" creationId="{00000000-0000-0000-0000-000000000000}"/>
          </ac:spMkLst>
        </pc:spChg>
        <pc:spChg chg="mod">
          <ac:chgData name="jose acosta" userId="a6fdbd8d51c838d9" providerId="LiveId" clId="{F3C9F2B2-D99A-498D-9CE5-A40E0AE4AAE2}" dt="2026-06-26T00:24:10.578" v="1453" actId="1076"/>
          <ac:spMkLst>
            <pc:docMk/>
            <pc:sldMk cId="0" sldId="257"/>
            <ac:spMk id="3152" creationId="{00000000-0000-0000-0000-000000000000}"/>
          </ac:spMkLst>
        </pc:spChg>
        <pc:spChg chg="mod">
          <ac:chgData name="jose acosta" userId="a6fdbd8d51c838d9" providerId="LiveId" clId="{F3C9F2B2-D99A-498D-9CE5-A40E0AE4AAE2}" dt="2026-06-26T00:24:42.419" v="1457" actId="1076"/>
          <ac:spMkLst>
            <pc:docMk/>
            <pc:sldMk cId="0" sldId="257"/>
            <ac:spMk id="3156" creationId="{00000000-0000-0000-0000-000000000000}"/>
          </ac:spMkLst>
        </pc:spChg>
        <pc:spChg chg="mod">
          <ac:chgData name="jose acosta" userId="a6fdbd8d51c838d9" providerId="LiveId" clId="{F3C9F2B2-D99A-498D-9CE5-A40E0AE4AAE2}" dt="2026-06-26T00:22:22.933" v="1450" actId="1076"/>
          <ac:spMkLst>
            <pc:docMk/>
            <pc:sldMk cId="0" sldId="257"/>
            <ac:spMk id="3175" creationId="{00000000-0000-0000-0000-000000000000}"/>
          </ac:spMkLst>
        </pc:spChg>
        <pc:spChg chg="mod">
          <ac:chgData name="jose acosta" userId="a6fdbd8d51c838d9" providerId="LiveId" clId="{F3C9F2B2-D99A-498D-9CE5-A40E0AE4AAE2}" dt="2026-06-25T23:38:06.601" v="830" actId="1076"/>
          <ac:spMkLst>
            <pc:docMk/>
            <pc:sldMk cId="0" sldId="257"/>
            <ac:spMk id="3245" creationId="{00000000-0000-0000-0000-000000000000}"/>
          </ac:spMkLst>
        </pc:spChg>
        <pc:spChg chg="mod">
          <ac:chgData name="jose acosta" userId="a6fdbd8d51c838d9" providerId="LiveId" clId="{F3C9F2B2-D99A-498D-9CE5-A40E0AE4AAE2}" dt="2026-06-25T23:24:30.443" v="592" actId="20577"/>
          <ac:spMkLst>
            <pc:docMk/>
            <pc:sldMk cId="0" sldId="257"/>
            <ac:spMk id="3280" creationId="{00000000-0000-0000-0000-000000000000}"/>
          </ac:spMkLst>
        </pc:spChg>
        <pc:spChg chg="mod">
          <ac:chgData name="jose acosta" userId="a6fdbd8d51c838d9" providerId="LiveId" clId="{F3C9F2B2-D99A-498D-9CE5-A40E0AE4AAE2}" dt="2026-06-26T00:24:17.298" v="1454" actId="1076"/>
          <ac:spMkLst>
            <pc:docMk/>
            <pc:sldMk cId="0" sldId="257"/>
            <ac:spMk id="3283" creationId="{00000000-0000-0000-0000-000000000000}"/>
          </ac:spMkLst>
        </pc:spChg>
        <pc:spChg chg="mod">
          <ac:chgData name="jose acosta" userId="a6fdbd8d51c838d9" providerId="LiveId" clId="{F3C9F2B2-D99A-498D-9CE5-A40E0AE4AAE2}" dt="2026-06-25T23:44:41.908" v="851" actId="14100"/>
          <ac:spMkLst>
            <pc:docMk/>
            <pc:sldMk cId="0" sldId="257"/>
            <ac:spMk id="3344" creationId="{00000000-0000-0000-0000-000000000000}"/>
          </ac:spMkLst>
        </pc:spChg>
        <pc:graphicFrameChg chg="del">
          <ac:chgData name="jose acosta" userId="a6fdbd8d51c838d9" providerId="LiveId" clId="{F3C9F2B2-D99A-498D-9CE5-A40E0AE4AAE2}" dt="2026-06-26T00:01:19.436" v="901" actId="478"/>
          <ac:graphicFrameMkLst>
            <pc:docMk/>
            <pc:sldMk cId="0" sldId="257"/>
            <ac:graphicFrameMk id="3260" creationId="{00000000-0000-0000-0000-000000000000}"/>
          </ac:graphicFrameMkLst>
        </pc:graphicFrameChg>
        <pc:picChg chg="add mod">
          <ac:chgData name="jose acosta" userId="a6fdbd8d51c838d9" providerId="LiveId" clId="{F3C9F2B2-D99A-498D-9CE5-A40E0AE4AAE2}" dt="2026-06-26T00:26:16.623" v="1458" actId="1076"/>
          <ac:picMkLst>
            <pc:docMk/>
            <pc:sldMk cId="0" sldId="257"/>
            <ac:picMk id="3" creationId="{A0C80C41-D996-D54C-92B5-75C275BFD7F2}"/>
          </ac:picMkLst>
        </pc:picChg>
        <pc:picChg chg="add del">
          <ac:chgData name="jose acosta" userId="a6fdbd8d51c838d9" providerId="LiveId" clId="{F3C9F2B2-D99A-498D-9CE5-A40E0AE4AAE2}" dt="2026-06-25T23:20:33.762" v="539" actId="478"/>
          <ac:picMkLst>
            <pc:docMk/>
            <pc:sldMk cId="0" sldId="257"/>
            <ac:picMk id="5" creationId="{17B3FF1C-3C08-439C-09F6-3FC80DF6E41C}"/>
          </ac:picMkLst>
        </pc:picChg>
        <pc:picChg chg="add del">
          <ac:chgData name="jose acosta" userId="a6fdbd8d51c838d9" providerId="LiveId" clId="{F3C9F2B2-D99A-498D-9CE5-A40E0AE4AAE2}" dt="2026-06-25T23:20:45.411" v="541" actId="478"/>
          <ac:picMkLst>
            <pc:docMk/>
            <pc:sldMk cId="0" sldId="257"/>
            <ac:picMk id="7" creationId="{25948C1F-16B0-50DC-01F1-7EA880321AF6}"/>
          </ac:picMkLst>
        </pc:picChg>
        <pc:picChg chg="add del mod">
          <ac:chgData name="jose acosta" userId="a6fdbd8d51c838d9" providerId="LiveId" clId="{F3C9F2B2-D99A-498D-9CE5-A40E0AE4AAE2}" dt="2026-06-25T23:21:06.904" v="544" actId="478"/>
          <ac:picMkLst>
            <pc:docMk/>
            <pc:sldMk cId="0" sldId="257"/>
            <ac:picMk id="9" creationId="{37E48782-C4A6-49DE-7062-D22F01DB775C}"/>
          </ac:picMkLst>
        </pc:picChg>
        <pc:picChg chg="add mod">
          <ac:chgData name="jose acosta" userId="a6fdbd8d51c838d9" providerId="LiveId" clId="{F3C9F2B2-D99A-498D-9CE5-A40E0AE4AAE2}" dt="2026-06-26T00:24:21.921" v="1455" actId="1076"/>
          <ac:picMkLst>
            <pc:docMk/>
            <pc:sldMk cId="0" sldId="257"/>
            <ac:picMk id="11" creationId="{6271FE31-3B78-CA4E-6247-46C958C9D329}"/>
          </ac:picMkLst>
        </pc:picChg>
        <pc:picChg chg="add mod">
          <ac:chgData name="jose acosta" userId="a6fdbd8d51c838d9" providerId="LiveId" clId="{F3C9F2B2-D99A-498D-9CE5-A40E0AE4AAE2}" dt="2026-06-25T23:55:00.840" v="889" actId="1076"/>
          <ac:picMkLst>
            <pc:docMk/>
            <pc:sldMk cId="0" sldId="257"/>
            <ac:picMk id="15" creationId="{039ADDE2-8C8D-12AB-0946-07AEE796D0EB}"/>
          </ac:picMkLst>
        </pc:picChg>
        <pc:picChg chg="add mod">
          <ac:chgData name="jose acosta" userId="a6fdbd8d51c838d9" providerId="LiveId" clId="{F3C9F2B2-D99A-498D-9CE5-A40E0AE4AAE2}" dt="2026-06-25T23:54:54.642" v="888" actId="1076"/>
          <ac:picMkLst>
            <pc:docMk/>
            <pc:sldMk cId="0" sldId="257"/>
            <ac:picMk id="17" creationId="{B69451BE-EA2B-A7AC-6A29-677032FA86FA}"/>
          </ac:picMkLst>
        </pc:picChg>
        <pc:picChg chg="add mod modCrop">
          <ac:chgData name="jose acosta" userId="a6fdbd8d51c838d9" providerId="LiveId" clId="{F3C9F2B2-D99A-498D-9CE5-A40E0AE4AAE2}" dt="2026-06-26T00:03:08.922" v="915" actId="14100"/>
          <ac:picMkLst>
            <pc:docMk/>
            <pc:sldMk cId="0" sldId="257"/>
            <ac:picMk id="19" creationId="{15F92597-8264-73AE-F3BB-761C40E2736C}"/>
          </ac:picMkLst>
        </pc:picChg>
        <pc:picChg chg="del">
          <ac:chgData name="jose acosta" userId="a6fdbd8d51c838d9" providerId="LiveId" clId="{F3C9F2B2-D99A-498D-9CE5-A40E0AE4AAE2}" dt="2026-06-25T23:04:29.027" v="5" actId="478"/>
          <ac:picMkLst>
            <pc:docMk/>
            <pc:sldMk cId="0" sldId="257"/>
            <ac:picMk id="21" creationId="{00000000-0000-0000-0000-000000000000}"/>
          </ac:picMkLst>
        </pc:picChg>
        <pc:picChg chg="del">
          <ac:chgData name="jose acosta" userId="a6fdbd8d51c838d9" providerId="LiveId" clId="{F3C9F2B2-D99A-498D-9CE5-A40E0AE4AAE2}" dt="2026-06-25T23:22:25.626" v="551" actId="478"/>
          <ac:picMkLst>
            <pc:docMk/>
            <pc:sldMk cId="0" sldId="257"/>
            <ac:picMk id="3246" creationId="{00000000-0000-0000-0000-000000000000}"/>
          </ac:picMkLst>
        </pc:picChg>
        <pc:picChg chg="del mod">
          <ac:chgData name="jose acosta" userId="a6fdbd8d51c838d9" providerId="LiveId" clId="{F3C9F2B2-D99A-498D-9CE5-A40E0AE4AAE2}" dt="2026-06-26T00:10:33.052" v="1391" actId="478"/>
          <ac:picMkLst>
            <pc:docMk/>
            <pc:sldMk cId="0" sldId="257"/>
            <ac:picMk id="3255" creationId="{00000000-0000-0000-0000-000000000000}"/>
          </ac:picMkLst>
        </pc:picChg>
        <pc:picChg chg="del mod">
          <ac:chgData name="jose acosta" userId="a6fdbd8d51c838d9" providerId="LiveId" clId="{F3C9F2B2-D99A-498D-9CE5-A40E0AE4AAE2}" dt="2026-06-25T23:49:35.182" v="859" actId="478"/>
          <ac:picMkLst>
            <pc:docMk/>
            <pc:sldMk cId="0" sldId="257"/>
            <ac:picMk id="3256" creationId="{00000000-0000-0000-0000-000000000000}"/>
          </ac:picMkLst>
        </pc:picChg>
        <pc:picChg chg="mod">
          <ac:chgData name="jose acosta" userId="a6fdbd8d51c838d9" providerId="LiveId" clId="{F3C9F2B2-D99A-498D-9CE5-A40E0AE4AAE2}" dt="2026-06-26T00:14:01.739" v="1412" actId="1076"/>
          <ac:picMkLst>
            <pc:docMk/>
            <pc:sldMk cId="0" sldId="257"/>
            <ac:picMk id="3274" creationId="{00000000-0000-0000-0000-000000000000}"/>
          </ac:picMkLst>
        </pc:picChg>
        <pc:picChg chg="mod">
          <ac:chgData name="jose acosta" userId="a6fdbd8d51c838d9" providerId="LiveId" clId="{F3C9F2B2-D99A-498D-9CE5-A40E0AE4AAE2}" dt="2026-06-26T00:24:03.246" v="1452" actId="1076"/>
          <ac:picMkLst>
            <pc:docMk/>
            <pc:sldMk cId="0" sldId="257"/>
            <ac:picMk id="3338" creationId="{00000000-0000-0000-0000-000000000000}"/>
          </ac:picMkLst>
        </pc:picChg>
      </pc:sldChg>
      <pc:sldChg chg="addSp delSp modSp mod">
        <pc:chgData name="jose acosta" userId="a6fdbd8d51c838d9" providerId="LiveId" clId="{F3C9F2B2-D99A-498D-9CE5-A40E0AE4AAE2}" dt="2026-06-25T23:41:26.394" v="838" actId="14100"/>
        <pc:sldMkLst>
          <pc:docMk/>
          <pc:sldMk cId="0" sldId="258"/>
        </pc:sldMkLst>
        <pc:picChg chg="add mod">
          <ac:chgData name="jose acosta" userId="a6fdbd8d51c838d9" providerId="LiveId" clId="{F3C9F2B2-D99A-498D-9CE5-A40E0AE4AAE2}" dt="2026-06-25T23:41:26.394" v="838" actId="14100"/>
          <ac:picMkLst>
            <pc:docMk/>
            <pc:sldMk cId="0" sldId="258"/>
            <ac:picMk id="3" creationId="{2E910C17-3933-7204-A4B2-D1DBA23E180A}"/>
          </ac:picMkLst>
        </pc:picChg>
        <pc:picChg chg="del">
          <ac:chgData name="jose acosta" userId="a6fdbd8d51c838d9" providerId="LiveId" clId="{F3C9F2B2-D99A-498D-9CE5-A40E0AE4AAE2}" dt="2026-06-25T23:41:16.912" v="836" actId="478"/>
          <ac:picMkLst>
            <pc:docMk/>
            <pc:sldMk cId="0" sldId="258"/>
            <ac:picMk id="4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95F9B-29BC-4E95-9058-07748ED54842}" type="datetimeFigureOut">
              <a:rPr lang="es-MX" smtClean="0"/>
              <a:pPr/>
              <a:t>26/06/2026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8975" y="4759325"/>
            <a:ext cx="5510213" cy="4510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F54725-223A-408F-9808-5ABF8EF588BF}" type="slidenum">
              <a:rPr lang="es-MX" smtClean="0"/>
              <a:pPr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F54725-223A-408F-9808-5ABF8EF588BF}" type="slidenum">
              <a:rPr lang="es-MX" smtClean="0"/>
              <a:pPr/>
              <a:t>2</a:t>
            </a:fld>
            <a:endParaRPr lang="es-MX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A08080-D411-4050-9D54-4B05F5777590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A53A16-4336-4299-A781-E8CCA4AC5291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3C2C69-6B47-49A3-A776-6F3C805EA60A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648926-AD66-4422-BD6D-EE95C4E80AD1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E962FD-E675-4EDB-86ED-7C05B0E54992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D89564-CCEC-4A54-A78D-1B34D4842C25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9342FB-E5D3-4F73-9961-76E23565F97D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300609-9682-4BD1-B351-0E3E92A6B157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48958-37C2-4C7C-B65C-4B904DB95198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AC3232-1C3D-4FCC-A635-EFAC9A2903E5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52BB38-4E4E-4EE4-A851-677ED8400ADA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y 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C6E3241-CCDA-4BB7-A176-FBD89B8F5CDB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cambiar el estilo de título	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873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/>
          </a:p>
        </p:txBody>
      </p:sp>
      <p:sp>
        <p:nvSpPr>
          <p:cNvPr id="1873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/>
          </a:p>
        </p:txBody>
      </p:sp>
      <p:sp>
        <p:nvSpPr>
          <p:cNvPr id="1873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021734C-1809-48CA-A4AD-CB48072B5BEB}" type="slidenum">
              <a:rPr lang="es-ES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Explosión 1"/>
          <p:cNvSpPr/>
          <p:nvPr/>
        </p:nvSpPr>
        <p:spPr>
          <a:xfrm>
            <a:off x="6536560" y="1553464"/>
            <a:ext cx="2500298" cy="1571636"/>
          </a:xfrm>
          <a:prstGeom prst="irregularSeal1">
            <a:avLst/>
          </a:prstGeom>
          <a:solidFill>
            <a:srgbClr val="F7C77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75" name="WordArt 103"/>
          <p:cNvSpPr>
            <a:spLocks noChangeArrowheads="1" noChangeShapeType="1" noTextEdit="1"/>
          </p:cNvSpPr>
          <p:nvPr/>
        </p:nvSpPr>
        <p:spPr bwMode="auto">
          <a:xfrm>
            <a:off x="6551343" y="4093920"/>
            <a:ext cx="2376487" cy="64770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800" b="1" i="1" kern="10" dirty="0">
                <a:ln w="0">
                  <a:noFill/>
                  <a:round/>
                  <a:headEnd/>
                  <a:tailEnd/>
                </a:ln>
                <a:effectLst>
                  <a:outerShdw dist="25400" algn="ctr" rotWithShape="0">
                    <a:srgbClr val="FFC671">
                      <a:alpha val="50000"/>
                    </a:srgbClr>
                  </a:outerShdw>
                </a:effectLst>
                <a:latin typeface="Palatino Linotype" pitchFamily="18" charset="0"/>
              </a:rPr>
              <a:t>CATERPILLAR, CASE</a:t>
            </a:r>
          </a:p>
          <a:p>
            <a:pPr algn="ctr"/>
            <a:r>
              <a:rPr lang="en-US" sz="800" b="1" i="1" kern="10" dirty="0">
                <a:ln w="0">
                  <a:noFill/>
                  <a:round/>
                  <a:headEnd/>
                  <a:tailEnd/>
                </a:ln>
                <a:effectLst>
                  <a:outerShdw dist="25400" algn="ctr" rotWithShape="0">
                    <a:srgbClr val="FFC671">
                      <a:alpha val="50000"/>
                    </a:srgbClr>
                  </a:outerShdw>
                </a:effectLst>
                <a:latin typeface="Palatino Linotype" pitchFamily="18" charset="0"/>
              </a:rPr>
              <a:t>INGERSOLL-RAND, DYNAPAC</a:t>
            </a:r>
          </a:p>
          <a:p>
            <a:pPr algn="ctr"/>
            <a:r>
              <a:rPr lang="en-US" sz="800" b="1" i="1" kern="10" dirty="0">
                <a:ln w="0">
                  <a:noFill/>
                  <a:round/>
                  <a:headEnd/>
                  <a:tailEnd/>
                </a:ln>
                <a:effectLst>
                  <a:outerShdw dist="25400" algn="ctr" rotWithShape="0">
                    <a:srgbClr val="FFC671">
                      <a:alpha val="50000"/>
                    </a:srgbClr>
                  </a:outerShdw>
                </a:effectLst>
                <a:latin typeface="Palatino Linotype" pitchFamily="18" charset="0"/>
              </a:rPr>
              <a:t>SCOOP-TRAM, TAMROCK</a:t>
            </a:r>
          </a:p>
          <a:p>
            <a:pPr algn="ctr"/>
            <a:r>
              <a:rPr lang="en-US" sz="800" b="1" i="1" kern="10" dirty="0">
                <a:ln w="0">
                  <a:noFill/>
                  <a:round/>
                  <a:headEnd/>
                  <a:tailEnd/>
                </a:ln>
                <a:effectLst>
                  <a:outerShdw dist="25400" algn="ctr" rotWithShape="0">
                    <a:srgbClr val="FFC671">
                      <a:alpha val="50000"/>
                    </a:srgbClr>
                  </a:outerShdw>
                </a:effectLst>
                <a:latin typeface="Palatino Linotype" pitchFamily="18" charset="0"/>
              </a:rPr>
              <a:t>TEREX,  KOMATSU , ETC.</a:t>
            </a:r>
            <a:endParaRPr lang="es-MX" sz="800" b="1" i="1" kern="10" dirty="0">
              <a:ln w="0">
                <a:noFill/>
                <a:round/>
                <a:headEnd/>
                <a:tailEnd/>
              </a:ln>
              <a:effectLst>
                <a:outerShdw dist="25400" algn="ctr" rotWithShape="0">
                  <a:srgbClr val="FFC671">
                    <a:alpha val="50000"/>
                  </a:srgbClr>
                </a:outerShdw>
              </a:effectLst>
              <a:latin typeface="Palatino Linotype" pitchFamily="18" charset="0"/>
            </a:endParaRPr>
          </a:p>
        </p:txBody>
      </p:sp>
      <p:sp>
        <p:nvSpPr>
          <p:cNvPr id="3126" name="WordArt 54"/>
          <p:cNvSpPr>
            <a:spLocks noChangeArrowheads="1" noChangeShapeType="1" noTextEdit="1"/>
          </p:cNvSpPr>
          <p:nvPr/>
        </p:nvSpPr>
        <p:spPr bwMode="auto">
          <a:xfrm>
            <a:off x="6684207" y="6256295"/>
            <a:ext cx="2143140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MX" sz="1600" b="1" i="1" kern="10" dirty="0">
                <a:ln w="0">
                  <a:noFill/>
                  <a:round/>
                  <a:headEnd/>
                  <a:tailEnd/>
                </a:ln>
                <a:effectLst>
                  <a:outerShdw dist="35921" dir="2700000" algn="ctr" rotWithShape="0">
                    <a:srgbClr val="F4B63A">
                      <a:alpha val="50000"/>
                    </a:srgbClr>
                  </a:outerShdw>
                </a:effectLst>
                <a:latin typeface="Palatino Linotype" pitchFamily="18" charset="0"/>
              </a:rPr>
              <a:t>TECNOLOGIA EN SERVICIO</a:t>
            </a:r>
          </a:p>
          <a:p>
            <a:pPr algn="ctr"/>
            <a:r>
              <a:rPr lang="es-MX" sz="1600" b="1" i="1" kern="10" dirty="0">
                <a:ln w="0">
                  <a:noFill/>
                  <a:round/>
                  <a:headEnd/>
                  <a:tailEnd/>
                </a:ln>
                <a:effectLst>
                  <a:outerShdw dist="35921" dir="2700000" algn="ctr" rotWithShape="0">
                    <a:srgbClr val="F4B63A">
                      <a:alpha val="50000"/>
                    </a:srgbClr>
                  </a:outerShdw>
                </a:effectLst>
                <a:latin typeface="Palatino Linotype" pitchFamily="18" charset="0"/>
              </a:rPr>
              <a:t> Y</a:t>
            </a:r>
          </a:p>
          <a:p>
            <a:pPr algn="ctr"/>
            <a:r>
              <a:rPr lang="es-MX" sz="1600" b="1" i="1" kern="10" dirty="0">
                <a:ln w="0">
                  <a:noFill/>
                  <a:round/>
                  <a:headEnd/>
                  <a:tailEnd/>
                </a:ln>
                <a:effectLst>
                  <a:outerShdw dist="35921" dir="2700000" algn="ctr" rotWithShape="0">
                    <a:srgbClr val="F4B63A">
                      <a:alpha val="50000"/>
                    </a:srgbClr>
                  </a:outerShdw>
                </a:effectLst>
                <a:latin typeface="Palatino Linotype" pitchFamily="18" charset="0"/>
              </a:rPr>
              <a:t>PRECISIÓN EN DIAGNOSTICO</a:t>
            </a:r>
          </a:p>
        </p:txBody>
      </p:sp>
      <p:sp>
        <p:nvSpPr>
          <p:cNvPr id="3156" name="Rectangle 84"/>
          <p:cNvSpPr>
            <a:spLocks noChangeArrowheads="1"/>
          </p:cNvSpPr>
          <p:nvPr/>
        </p:nvSpPr>
        <p:spPr bwMode="auto">
          <a:xfrm>
            <a:off x="3020518" y="5560797"/>
            <a:ext cx="3227399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br>
              <a:rPr lang="es-MX" sz="1050" b="1" dirty="0">
                <a:solidFill>
                  <a:srgbClr val="002952"/>
                </a:solidFill>
                <a:latin typeface="Constantia" pitchFamily="18" charset="0"/>
              </a:rPr>
            </a:br>
            <a:r>
              <a:rPr lang="es-MX" sz="1050" b="1" dirty="0">
                <a:solidFill>
                  <a:srgbClr val="002952"/>
                </a:solidFill>
                <a:latin typeface="Constantia" pitchFamily="18" charset="0"/>
              </a:rPr>
              <a:t>     </a:t>
            </a:r>
            <a:r>
              <a:rPr lang="es-MX" sz="1050" b="1" dirty="0">
                <a:solidFill>
                  <a:srgbClr val="002952"/>
                </a:solidFill>
                <a:latin typeface="+mn-lt"/>
              </a:rPr>
              <a:t> </a:t>
            </a:r>
          </a:p>
          <a:p>
            <a:pPr algn="ctr"/>
            <a:r>
              <a:rPr lang="es-MX" sz="1050" b="1" dirty="0">
                <a:solidFill>
                  <a:srgbClr val="002952"/>
                </a:solidFill>
                <a:latin typeface="+mn-lt"/>
              </a:rPr>
              <a:t>Pachuca Hidalgo</a:t>
            </a:r>
          </a:p>
          <a:p>
            <a:pPr algn="ctr"/>
            <a:endParaRPr lang="es-MX" sz="1050" b="1" dirty="0">
              <a:solidFill>
                <a:srgbClr val="002952"/>
              </a:solidFill>
            </a:endParaRPr>
          </a:p>
          <a:p>
            <a:pPr algn="ctr"/>
            <a:r>
              <a:rPr lang="es-MX" sz="1050" b="1" dirty="0">
                <a:solidFill>
                  <a:srgbClr val="002952"/>
                </a:solidFill>
              </a:rPr>
              <a:t>Cel.  771 842 8884</a:t>
            </a:r>
          </a:p>
          <a:p>
            <a:pPr algn="ctr"/>
            <a:r>
              <a:rPr lang="es-MX" sz="1050" b="1" dirty="0">
                <a:solidFill>
                  <a:srgbClr val="002952"/>
                </a:solidFill>
              </a:rPr>
              <a:t>Cel.  771 238 8481</a:t>
            </a:r>
          </a:p>
          <a:p>
            <a:pPr algn="ctr"/>
            <a:endParaRPr lang="es-MX" sz="1050" b="1" dirty="0">
              <a:solidFill>
                <a:srgbClr val="002952"/>
              </a:solidFill>
            </a:endParaRPr>
          </a:p>
          <a:p>
            <a:pPr algn="ctr"/>
            <a:r>
              <a:rPr lang="es-MX" sz="1050" b="1" i="1" dirty="0">
                <a:solidFill>
                  <a:schemeClr val="accent2">
                    <a:lumMod val="75000"/>
                  </a:schemeClr>
                </a:solidFill>
              </a:rPr>
              <a:t>E.MAIL. gpo_remsa@hotmail.com</a:t>
            </a:r>
            <a:r>
              <a:rPr lang="es-MX" sz="105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br>
              <a:rPr lang="es-MX" sz="105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s-MX" sz="105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br>
              <a:rPr lang="es-MX" sz="1050" b="1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s-MX" sz="1050" b="1" i="1" dirty="0">
                <a:solidFill>
                  <a:srgbClr val="990000"/>
                </a:solidFill>
              </a:rPr>
              <a:t>    </a:t>
            </a:r>
            <a:br>
              <a:rPr lang="es-MX" sz="1050" b="1" dirty="0">
                <a:solidFill>
                  <a:srgbClr val="6E0000"/>
                </a:solidFill>
              </a:rPr>
            </a:br>
            <a:r>
              <a:rPr lang="es-MX" sz="1050" b="1" dirty="0">
                <a:solidFill>
                  <a:schemeClr val="tx2"/>
                </a:solidFill>
              </a:rPr>
              <a:t>  </a:t>
            </a:r>
            <a:endParaRPr lang="es-ES" sz="1050" b="1" dirty="0">
              <a:solidFill>
                <a:schemeClr val="tx2"/>
              </a:solidFill>
            </a:endParaRPr>
          </a:p>
        </p:txBody>
      </p:sp>
      <p:sp>
        <p:nvSpPr>
          <p:cNvPr id="3119" name="WordArt 47"/>
          <p:cNvSpPr>
            <a:spLocks noChangeArrowheads="1" noChangeShapeType="1" noTextEdit="1"/>
          </p:cNvSpPr>
          <p:nvPr/>
        </p:nvSpPr>
        <p:spPr bwMode="auto">
          <a:xfrm>
            <a:off x="6505628" y="3010288"/>
            <a:ext cx="2500298" cy="1288516"/>
          </a:xfrm>
          <a:prstGeom prst="rect">
            <a:avLst/>
          </a:prstGeom>
        </p:spPr>
        <p:txBody>
          <a:bodyPr wrap="none" fromWordArt="1" anchor="t" anchorCtr="1">
            <a:prstTxWarp prst="textPlain">
              <a:avLst>
                <a:gd name="adj" fmla="val 49050"/>
              </a:avLst>
            </a:prstTxWarp>
          </a:bodyPr>
          <a:lstStyle/>
          <a:p>
            <a:pPr algn="ctr"/>
            <a:endParaRPr lang="es-MX" sz="1200" b="1" kern="10" dirty="0">
              <a:ln w="0">
                <a:noFill/>
                <a:round/>
                <a:headEnd/>
                <a:tailEnd/>
              </a:ln>
              <a:solidFill>
                <a:srgbClr val="9A2500"/>
              </a:solidFill>
              <a:latin typeface="Cambria" pitchFamily="18" charset="0"/>
            </a:endParaRPr>
          </a:p>
          <a:p>
            <a:pPr algn="ctr"/>
            <a:r>
              <a:rPr lang="es-MX" sz="1200" b="1" kern="10" dirty="0">
                <a:ln w="0">
                  <a:noFill/>
                  <a:round/>
                  <a:headEnd/>
                  <a:tailEnd/>
                </a:ln>
                <a:solidFill>
                  <a:srgbClr val="9A2500"/>
                </a:solidFill>
                <a:latin typeface="Cambria" pitchFamily="18" charset="0"/>
              </a:rPr>
              <a:t>SOMOS UNA EMPRESA PRESTADORA DE </a:t>
            </a:r>
          </a:p>
          <a:p>
            <a:pPr algn="ctr"/>
            <a:r>
              <a:rPr lang="es-MX" sz="1200" b="1" kern="10" dirty="0">
                <a:ln w="0">
                  <a:noFill/>
                  <a:round/>
                  <a:headEnd/>
                  <a:tailEnd/>
                </a:ln>
                <a:solidFill>
                  <a:srgbClr val="9A2500"/>
                </a:solidFill>
                <a:latin typeface="Cambria" pitchFamily="18" charset="0"/>
              </a:rPr>
              <a:t>SERVICIOS MAQUINARIA .  VENTA DE  REFACCIONES</a:t>
            </a:r>
          </a:p>
          <a:p>
            <a:pPr algn="ctr"/>
            <a:r>
              <a:rPr lang="es-MX" sz="1200" b="1" kern="10" dirty="0">
                <a:ln w="0">
                  <a:noFill/>
                  <a:round/>
                  <a:headEnd/>
                  <a:tailEnd/>
                </a:ln>
                <a:solidFill>
                  <a:srgbClr val="9A2500"/>
                </a:solidFill>
                <a:latin typeface="Cambria" pitchFamily="18" charset="0"/>
              </a:rPr>
              <a:t> PARA SISTEMAS HIDRAULICOS , MECANICOS PARA MAQUINARIA</a:t>
            </a:r>
          </a:p>
          <a:p>
            <a:pPr algn="ctr"/>
            <a:r>
              <a:rPr lang="es-MX" sz="1200" b="1" kern="10" dirty="0">
                <a:ln w="0">
                  <a:noFill/>
                  <a:round/>
                  <a:headEnd/>
                  <a:tailEnd/>
                </a:ln>
                <a:solidFill>
                  <a:srgbClr val="9A2500"/>
                </a:solidFill>
                <a:latin typeface="Cambria" pitchFamily="18" charset="0"/>
              </a:rPr>
              <a:t>DE LA CONSTRUCCION Y MINERA </a:t>
            </a:r>
          </a:p>
          <a:p>
            <a:pPr algn="ctr"/>
            <a:endParaRPr lang="es-MX" sz="1200" b="1" kern="10" dirty="0">
              <a:ln w="0">
                <a:noFill/>
                <a:round/>
                <a:headEnd/>
                <a:tailEnd/>
              </a:ln>
              <a:solidFill>
                <a:srgbClr val="9A2500"/>
              </a:solidFill>
              <a:latin typeface="Cambria" pitchFamily="18" charset="0"/>
            </a:endParaRPr>
          </a:p>
          <a:p>
            <a:pPr algn="ctr"/>
            <a:endParaRPr lang="es-MX" sz="1200" b="1" kern="10" dirty="0">
              <a:ln w="0">
                <a:noFill/>
                <a:round/>
                <a:headEnd/>
                <a:tailEnd/>
              </a:ln>
              <a:solidFill>
                <a:srgbClr val="9A2500"/>
              </a:solidFill>
              <a:latin typeface="Cambria" pitchFamily="18" charset="0"/>
            </a:endParaRPr>
          </a:p>
        </p:txBody>
      </p:sp>
      <p:pic>
        <p:nvPicPr>
          <p:cNvPr id="3274" name="Picture 202" descr="conjunt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41318" y="4881853"/>
            <a:ext cx="2500297" cy="1152128"/>
          </a:xfrm>
          <a:prstGeom prst="rect">
            <a:avLst/>
          </a:prstGeom>
          <a:noFill/>
        </p:spPr>
      </p:pic>
      <p:sp>
        <p:nvSpPr>
          <p:cNvPr id="3152" name="Rectangle 80"/>
          <p:cNvSpPr>
            <a:spLocks noChangeArrowheads="1"/>
          </p:cNvSpPr>
          <p:nvPr/>
        </p:nvSpPr>
        <p:spPr bwMode="auto">
          <a:xfrm>
            <a:off x="3020340" y="2565400"/>
            <a:ext cx="2928957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numCol="1" anchor="ctr"/>
          <a:lstStyle/>
          <a:p>
            <a:pPr algn="ctr"/>
            <a:r>
              <a:rPr lang="es-MX" sz="1050" b="1" i="1" dirty="0">
                <a:solidFill>
                  <a:schemeClr val="tx2"/>
                </a:solidFill>
                <a:latin typeface="Constantia" pitchFamily="18" charset="0"/>
              </a:rPr>
              <a:t>  </a:t>
            </a:r>
            <a:br>
              <a:rPr lang="es-MX" sz="1050" b="1" i="1" dirty="0">
                <a:latin typeface="Constantia" pitchFamily="18" charset="0"/>
              </a:rPr>
            </a:br>
            <a:r>
              <a:rPr lang="es-MX" sz="1050" b="1" i="1" dirty="0">
                <a:solidFill>
                  <a:srgbClr val="002952"/>
                </a:solidFill>
                <a:latin typeface="Constantia" pitchFamily="18" charset="0"/>
              </a:rPr>
              <a:t>ELABORAMOS Y GESTIONAMOS PLANES DE MANTENIMIENTO PERSONALIZADOS PARA FLOTAS GRANDES O PEQUEÑAS DE                 EQUIPOS</a:t>
            </a:r>
            <a:endParaRPr lang="es-ES" sz="1050" b="1" i="1" dirty="0">
              <a:solidFill>
                <a:srgbClr val="002952"/>
              </a:solidFill>
              <a:latin typeface="Constantia" pitchFamily="18" charset="0"/>
            </a:endParaRPr>
          </a:p>
        </p:txBody>
      </p:sp>
      <p:sp>
        <p:nvSpPr>
          <p:cNvPr id="3151" name="Rectangle 79"/>
          <p:cNvSpPr>
            <a:spLocks noChangeArrowheads="1"/>
          </p:cNvSpPr>
          <p:nvPr/>
        </p:nvSpPr>
        <p:spPr bwMode="auto">
          <a:xfrm>
            <a:off x="-61964" y="3052672"/>
            <a:ext cx="2700338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MX" sz="1200" b="1" i="1" u="sng" dirty="0">
                <a:solidFill>
                  <a:srgbClr val="003366"/>
                </a:solidFill>
              </a:rPr>
              <a:t> SERVICIOS:</a:t>
            </a:r>
            <a:br>
              <a:rPr lang="es-MX" sz="1000" b="1" i="1" dirty="0">
                <a:solidFill>
                  <a:srgbClr val="CC3300"/>
                </a:solidFill>
              </a:rPr>
            </a:br>
            <a:r>
              <a:rPr lang="es-MX" sz="1000" b="1" i="1" dirty="0"/>
              <a:t>° REPARAMOS Y VENDEMOS ; Bombas y Motores Hidráulicos de  Pistones Axiales de Desplazamiento Fijo y Variables</a:t>
            </a:r>
            <a:br>
              <a:rPr lang="es-MX" sz="1000" b="1" i="1" dirty="0"/>
            </a:br>
            <a:r>
              <a:rPr lang="es-MX" sz="1000" b="1" i="1" dirty="0"/>
              <a:t>de cartuchos y de  Engranes de la Marcas.</a:t>
            </a:r>
            <a:br>
              <a:rPr lang="es-MX" sz="1000" b="1" i="1" dirty="0"/>
            </a:br>
            <a:r>
              <a:rPr lang="es-MX" sz="1000" b="1" i="1" dirty="0" err="1"/>
              <a:t>Commercial</a:t>
            </a:r>
            <a:r>
              <a:rPr lang="es-MX" sz="1000" b="1" i="1" dirty="0"/>
              <a:t>, </a:t>
            </a:r>
            <a:r>
              <a:rPr lang="es-MX" sz="1000" b="1" i="1" dirty="0" err="1"/>
              <a:t>Cessna,Hydreco</a:t>
            </a:r>
            <a:r>
              <a:rPr lang="es-MX" sz="1000" b="1" i="1" dirty="0"/>
              <a:t>, Tyrone</a:t>
            </a:r>
            <a:br>
              <a:rPr lang="es-MX" sz="1000" b="1" i="1" dirty="0"/>
            </a:br>
            <a:r>
              <a:rPr lang="es-MX" sz="1000" b="1" i="1" dirty="0" err="1"/>
              <a:t>Eatón,Parker,Sundstrand</a:t>
            </a:r>
            <a:r>
              <a:rPr lang="es-MX" sz="1000" b="1" i="1" dirty="0"/>
              <a:t> </a:t>
            </a:r>
            <a:r>
              <a:rPr lang="es-MX" sz="1000" b="1" i="1" dirty="0" err="1"/>
              <a:t>Danfos</a:t>
            </a:r>
            <a:r>
              <a:rPr lang="es-MX" sz="1000" b="1" i="1" dirty="0"/>
              <a:t>, Rexroth</a:t>
            </a:r>
            <a:br>
              <a:rPr lang="es-MX" sz="1000" b="1" i="1" dirty="0"/>
            </a:br>
            <a:r>
              <a:rPr lang="es-MX" sz="1200" b="1" i="1" u="sng" dirty="0">
                <a:solidFill>
                  <a:srgbClr val="003366"/>
                </a:solidFill>
              </a:rPr>
              <a:t>EMPACAMOS</a:t>
            </a:r>
            <a:br>
              <a:rPr lang="es-MX" sz="1000" b="1" i="1" dirty="0">
                <a:solidFill>
                  <a:srgbClr val="CC3300"/>
                </a:solidFill>
              </a:rPr>
            </a:br>
            <a:r>
              <a:rPr lang="es-MX" sz="1000" b="1" i="1" dirty="0"/>
              <a:t>° Cilindros Hidráulicos, Bancos de Válvulas, Electro válvulas; Incluyendo Transmisiones Hidrostáticas De Circuito</a:t>
            </a:r>
            <a:br>
              <a:rPr lang="es-MX" sz="1000" b="1" i="1" dirty="0"/>
            </a:br>
            <a:r>
              <a:rPr lang="es-MX" sz="1000" b="1" i="1" dirty="0"/>
              <a:t>Cerrado, Electro válvulas</a:t>
            </a:r>
            <a:br>
              <a:rPr lang="es-MX" sz="1000" b="1" i="1" dirty="0"/>
            </a:br>
            <a:r>
              <a:rPr lang="es-MX" sz="1000" b="1" i="1" dirty="0"/>
              <a:t>Calibración de Presiones </a:t>
            </a:r>
            <a:br>
              <a:rPr lang="es-MX" sz="1000" b="1" i="1" dirty="0"/>
            </a:br>
            <a:r>
              <a:rPr lang="es-MX" sz="1000" b="1" i="1" dirty="0"/>
              <a:t> </a:t>
            </a:r>
            <a:r>
              <a:rPr lang="es-MX" sz="1200" b="1" i="1" u="sng" dirty="0">
                <a:solidFill>
                  <a:srgbClr val="003366"/>
                </a:solidFill>
              </a:rPr>
              <a:t>SISTEMAS MECANICOS</a:t>
            </a:r>
            <a:br>
              <a:rPr lang="es-MX" sz="1000" b="1" i="1" dirty="0"/>
            </a:br>
            <a:r>
              <a:rPr lang="es-MX" sz="1000" b="1" i="1" dirty="0"/>
              <a:t>° Motores Diesel</a:t>
            </a:r>
            <a:br>
              <a:rPr lang="es-MX" sz="1000" b="1" i="1" dirty="0"/>
            </a:br>
            <a:r>
              <a:rPr lang="es-MX" sz="1000" b="1" i="1" dirty="0" err="1"/>
              <a:t>Caterpillar,Cummins.Perkins</a:t>
            </a:r>
            <a:br>
              <a:rPr lang="es-MX" sz="1000" b="1" i="1" dirty="0"/>
            </a:br>
            <a:r>
              <a:rPr lang="es-MX" sz="1000" b="1" i="1" dirty="0"/>
              <a:t>General de Motors </a:t>
            </a:r>
            <a:br>
              <a:rPr lang="es-MX" sz="1200" b="1" i="1" u="sng" dirty="0"/>
            </a:br>
            <a:r>
              <a:rPr lang="es-MX" sz="1200" b="1" i="1" u="sng" dirty="0">
                <a:solidFill>
                  <a:srgbClr val="003366"/>
                </a:solidFill>
              </a:rPr>
              <a:t>Power Shift </a:t>
            </a:r>
            <a:r>
              <a:rPr lang="es-MX" sz="1200" b="1" i="1" u="sng" dirty="0" err="1">
                <a:solidFill>
                  <a:srgbClr val="003366"/>
                </a:solidFill>
              </a:rPr>
              <a:t>Transmision</a:t>
            </a:r>
            <a:br>
              <a:rPr lang="es-MX" sz="1200" b="1" i="1" dirty="0"/>
            </a:br>
            <a:r>
              <a:rPr lang="es-MX" sz="1000" b="1" i="1" dirty="0"/>
              <a:t>° Transmisiones de Potencia</a:t>
            </a:r>
            <a:br>
              <a:rPr lang="es-MX" sz="1000" b="1" i="1" dirty="0"/>
            </a:br>
            <a:r>
              <a:rPr lang="es-MX" sz="1000" b="1" i="1" dirty="0"/>
              <a:t>   y </a:t>
            </a:r>
            <a:r>
              <a:rPr lang="es-MX" sz="1000" b="1" i="1" dirty="0" err="1"/>
              <a:t>Reversomaticas</a:t>
            </a:r>
            <a:r>
              <a:rPr lang="es-MX" sz="1000" b="1" i="1" dirty="0"/>
              <a:t>.</a:t>
            </a:r>
            <a:br>
              <a:rPr lang="es-MX" sz="1000" b="1" i="1" dirty="0"/>
            </a:br>
            <a:br>
              <a:rPr lang="es-MX" sz="1000" b="1" i="1" dirty="0">
                <a:solidFill>
                  <a:srgbClr val="8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s-MX" sz="1000" b="1" i="1" dirty="0">
                <a:solidFill>
                  <a:schemeClr val="accent2">
                    <a:lumMod val="75000"/>
                  </a:schemeClr>
                </a:solidFill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REMSA </a:t>
            </a:r>
            <a:r>
              <a:rPr lang="es-MX" sz="1000" b="1" i="1" dirty="0">
                <a:solidFill>
                  <a:srgbClr val="C00000"/>
                </a:solidFill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: CUENTA CON INGENIEROS</a:t>
            </a:r>
          </a:p>
          <a:p>
            <a:pPr algn="ctr"/>
            <a:r>
              <a:rPr lang="es-MX" sz="1000" b="1" i="1" dirty="0">
                <a:solidFill>
                  <a:srgbClr val="C00000"/>
                </a:solidFill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Y TECNICOS</a:t>
            </a:r>
            <a:br>
              <a:rPr lang="es-MX" sz="1000" b="1" i="1" dirty="0">
                <a:solidFill>
                  <a:srgbClr val="C00000"/>
                </a:solidFill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</a:br>
            <a:r>
              <a:rPr lang="es-MX" sz="1000" b="1" i="1" dirty="0">
                <a:solidFill>
                  <a:srgbClr val="C00000"/>
                </a:solidFill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ALTAMENTE CALIFICADOS Y PREPARADOS INTERNACIONALMENTE CON NUEVA TECNOLOGIA  PARA DAR SOPORTE AL SERVICIO QUE OFRECE</a:t>
            </a:r>
            <a:br>
              <a:rPr lang="es-MX" sz="1000" b="1" i="1" dirty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br>
              <a:rPr lang="es-MX" sz="1000" b="1" i="1" dirty="0"/>
            </a:br>
            <a:r>
              <a:rPr lang="es-MX" sz="1000" b="1" i="1" dirty="0"/>
              <a:t> </a:t>
            </a:r>
            <a:br>
              <a:rPr lang="es-MX" sz="1000" b="1" i="1" dirty="0"/>
            </a:br>
            <a:br>
              <a:rPr lang="es-MX" sz="1000" b="1" i="1" dirty="0"/>
            </a:br>
            <a:br>
              <a:rPr lang="es-MX" sz="1000" b="1" i="1" dirty="0"/>
            </a:br>
            <a:br>
              <a:rPr lang="es-MX" sz="1000" b="1" i="1" dirty="0"/>
            </a:br>
            <a:r>
              <a:rPr lang="es-MX" sz="1000" b="1" i="1" dirty="0"/>
              <a:t> </a:t>
            </a:r>
            <a:endParaRPr lang="es-ES" sz="1000" b="1" i="1" dirty="0"/>
          </a:p>
        </p:txBody>
      </p:sp>
      <p:sp>
        <p:nvSpPr>
          <p:cNvPr id="3344" name="Rectangle 272"/>
          <p:cNvSpPr>
            <a:spLocks noChangeArrowheads="1"/>
          </p:cNvSpPr>
          <p:nvPr/>
        </p:nvSpPr>
        <p:spPr bwMode="auto">
          <a:xfrm>
            <a:off x="3000364" y="57639"/>
            <a:ext cx="25908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s-MX" sz="1050" b="1" i="1" dirty="0">
              <a:solidFill>
                <a:srgbClr val="002952"/>
              </a:solidFill>
              <a:latin typeface="Constantia" pitchFamily="18" charset="0"/>
            </a:endParaRPr>
          </a:p>
          <a:p>
            <a:pPr algn="ctr"/>
            <a:endParaRPr lang="es-MX" sz="1050" b="1" dirty="0">
              <a:solidFill>
                <a:srgbClr val="002952"/>
              </a:solidFill>
              <a:latin typeface="Constantia" pitchFamily="18" charset="0"/>
            </a:endParaRPr>
          </a:p>
          <a:p>
            <a:pPr algn="ctr"/>
            <a:r>
              <a:rPr lang="es-MX" sz="1050" b="1" u="sng" dirty="0">
                <a:solidFill>
                  <a:srgbClr val="C00000"/>
                </a:solidFill>
                <a:latin typeface="Garamond" pitchFamily="18" charset="0"/>
              </a:rPr>
              <a:t>PRECISION EN EL DIAGNOSTICO</a:t>
            </a:r>
          </a:p>
          <a:p>
            <a:pPr algn="ctr"/>
            <a:r>
              <a:rPr lang="es-MX" sz="1050" b="1" u="sng" dirty="0">
                <a:solidFill>
                  <a:srgbClr val="C00000"/>
                </a:solidFill>
                <a:latin typeface="Garamond" pitchFamily="18" charset="0"/>
              </a:rPr>
              <a:t>DE FALLAS</a:t>
            </a:r>
          </a:p>
          <a:p>
            <a:pPr algn="ctr"/>
            <a:r>
              <a:rPr lang="es-MX" sz="1050" b="1" dirty="0">
                <a:latin typeface="Constantia" pitchFamily="18" charset="0"/>
              </a:rPr>
              <a:t>LLAMENOS NUESTROS TECNICOS </a:t>
            </a:r>
          </a:p>
          <a:p>
            <a:pPr algn="ctr"/>
            <a:r>
              <a:rPr lang="es-MX" sz="1050" b="1" dirty="0">
                <a:latin typeface="Constantia" pitchFamily="18" charset="0"/>
              </a:rPr>
              <a:t>ESPECIALIZADOS SE TRASLADARAN</a:t>
            </a:r>
          </a:p>
          <a:p>
            <a:pPr algn="ctr"/>
            <a:r>
              <a:rPr lang="es-MX" sz="1050" b="1" dirty="0">
                <a:latin typeface="Constantia" pitchFamily="18" charset="0"/>
              </a:rPr>
              <a:t>HASTA EL LUGAR SOLICITADO</a:t>
            </a:r>
            <a:endParaRPr lang="es-ES" sz="1050" b="1" dirty="0">
              <a:latin typeface="Constantia" pitchFamily="18" charset="0"/>
            </a:endParaRPr>
          </a:p>
          <a:p>
            <a:pPr algn="ctr"/>
            <a:endParaRPr lang="es-MX" sz="1050" b="1" dirty="0">
              <a:solidFill>
                <a:srgbClr val="002952"/>
              </a:solidFill>
              <a:latin typeface="Constantia" pitchFamily="18" charset="0"/>
            </a:endParaRPr>
          </a:p>
        </p:txBody>
      </p:sp>
      <p:sp>
        <p:nvSpPr>
          <p:cNvPr id="3283" name="Rectangle 211"/>
          <p:cNvSpPr>
            <a:spLocks noChangeArrowheads="1"/>
          </p:cNvSpPr>
          <p:nvPr/>
        </p:nvSpPr>
        <p:spPr bwMode="auto">
          <a:xfrm>
            <a:off x="3190374" y="3492222"/>
            <a:ext cx="201612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just"/>
            <a:r>
              <a:rPr lang="es-MX" sz="1050" b="1" i="1" dirty="0">
                <a:solidFill>
                  <a:srgbClr val="CC0000"/>
                </a:solidFill>
                <a:latin typeface="Constantia" pitchFamily="18" charset="0"/>
              </a:rPr>
              <a:t>COMO UN SERVICIO COMPLEMENTARIO</a:t>
            </a:r>
          </a:p>
          <a:p>
            <a:pPr algn="just"/>
            <a:r>
              <a:rPr lang="es-MX" sz="1050" b="1" i="1" dirty="0">
                <a:solidFill>
                  <a:srgbClr val="CC0000"/>
                </a:solidFill>
                <a:latin typeface="Constantia" pitchFamily="18" charset="0"/>
              </a:rPr>
              <a:t>       REPARAMOS Y DAMOS SERVICIO</a:t>
            </a:r>
          </a:p>
          <a:p>
            <a:pPr algn="just"/>
            <a:r>
              <a:rPr lang="es-MX" sz="1050" b="1" i="1" dirty="0">
                <a:solidFill>
                  <a:srgbClr val="CC0000"/>
                </a:solidFill>
                <a:latin typeface="Constantia" pitchFamily="18" charset="0"/>
              </a:rPr>
              <a:t> A SISTEMAS ELECTRONICOS , ESCANEO </a:t>
            </a:r>
          </a:p>
          <a:p>
            <a:pPr algn="just"/>
            <a:r>
              <a:rPr lang="es-MX" sz="1050" b="1" i="1" dirty="0">
                <a:solidFill>
                  <a:srgbClr val="CC0000"/>
                </a:solidFill>
                <a:latin typeface="Constantia" pitchFamily="18" charset="0"/>
              </a:rPr>
              <a:t>                 EMIGRACION DE DATOS </a:t>
            </a:r>
          </a:p>
          <a:p>
            <a:pPr algn="just"/>
            <a:r>
              <a:rPr lang="es-MX" sz="1050" b="1" i="1" dirty="0">
                <a:solidFill>
                  <a:srgbClr val="CC0000"/>
                </a:solidFill>
                <a:latin typeface="Constantia" pitchFamily="18" charset="0"/>
              </a:rPr>
              <a:t>         PROGRAMACION DE MODULOS </a:t>
            </a:r>
          </a:p>
        </p:txBody>
      </p:sp>
      <p:sp>
        <p:nvSpPr>
          <p:cNvPr id="3245" name="Rectangle 173"/>
          <p:cNvSpPr>
            <a:spLocks noChangeArrowheads="1"/>
          </p:cNvSpPr>
          <p:nvPr/>
        </p:nvSpPr>
        <p:spPr bwMode="auto">
          <a:xfrm>
            <a:off x="7449392" y="2094861"/>
            <a:ext cx="192553" cy="366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5400" dir="5400000" algn="ctr" rotWithShape="0">
              <a:schemeClr val="bg1"/>
            </a:outerShdw>
          </a:effectLst>
        </p:spPr>
        <p:txBody>
          <a:bodyPr wrap="none" anchor="ctr"/>
          <a:lstStyle/>
          <a:p>
            <a:pPr algn="ctr"/>
            <a:r>
              <a:rPr lang="es-MX" sz="1400" b="1" dirty="0">
                <a:solidFill>
                  <a:srgbClr val="990000"/>
                </a:solidFill>
                <a:latin typeface="Arial Black" pitchFamily="34" charset="0"/>
              </a:rPr>
              <a:t>     </a:t>
            </a:r>
            <a:r>
              <a:rPr lang="es-MX" sz="1200" b="1" dirty="0">
                <a:solidFill>
                  <a:srgbClr val="990000"/>
                </a:solidFill>
                <a:latin typeface="Arial Black" pitchFamily="34" charset="0"/>
              </a:rPr>
              <a:t>  QUIENES SOMOS </a:t>
            </a:r>
            <a:endParaRPr lang="es-ES" sz="1200" b="1" dirty="0">
              <a:solidFill>
                <a:srgbClr val="990000"/>
              </a:solidFill>
              <a:latin typeface="Arial Black" pitchFamily="34" charset="0"/>
            </a:endParaRPr>
          </a:p>
        </p:txBody>
      </p:sp>
      <p:sp>
        <p:nvSpPr>
          <p:cNvPr id="3280" name="WordArt 208"/>
          <p:cNvSpPr>
            <a:spLocks noChangeArrowheads="1" noChangeShapeType="1" noTextEdit="1"/>
          </p:cNvSpPr>
          <p:nvPr/>
        </p:nvSpPr>
        <p:spPr bwMode="auto">
          <a:xfrm>
            <a:off x="6570649" y="1077889"/>
            <a:ext cx="2071717" cy="5048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MX" sz="8000" kern="10" dirty="0">
                <a:ln w="0">
                  <a:noFill/>
                  <a:round/>
                  <a:headEnd/>
                  <a:tailEnd/>
                </a:ln>
                <a:solidFill>
                  <a:schemeClr val="accent2">
                    <a:lumMod val="50000"/>
                  </a:schemeClr>
                </a:solidFill>
                <a:latin typeface="Franklin Gothic Demi Cond" pitchFamily="34" charset="0"/>
              </a:rPr>
              <a:t>       MAQUINARIA  SERVICIO </a:t>
            </a:r>
          </a:p>
          <a:p>
            <a:pPr algn="ctr"/>
            <a:r>
              <a:rPr lang="es-MX" sz="8000" kern="10" dirty="0">
                <a:ln w="0">
                  <a:noFill/>
                  <a:round/>
                  <a:headEnd/>
                  <a:tailEnd/>
                </a:ln>
                <a:solidFill>
                  <a:schemeClr val="accent2">
                    <a:lumMod val="50000"/>
                  </a:schemeClr>
                </a:solidFill>
                <a:latin typeface="Franklin Gothic Demi Cond" pitchFamily="34" charset="0"/>
              </a:rPr>
              <a:t>      Y</a:t>
            </a:r>
          </a:p>
          <a:p>
            <a:pPr algn="ctr"/>
            <a:r>
              <a:rPr lang="es-MX" sz="8000" kern="10" dirty="0">
                <a:ln w="0">
                  <a:noFill/>
                  <a:round/>
                  <a:headEnd/>
                  <a:tailEnd/>
                </a:ln>
                <a:solidFill>
                  <a:schemeClr val="accent2">
                    <a:lumMod val="50000"/>
                  </a:schemeClr>
                </a:solidFill>
                <a:latin typeface="Franklin Gothic Demi Cond" pitchFamily="34" charset="0"/>
              </a:rPr>
              <a:t>       REFACCIONES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0C80C41-D996-D54C-92B5-75C275BFD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101" y="57639"/>
            <a:ext cx="2139896" cy="95915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271FE31-3B78-CA4E-6247-46C958C9D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432" y="4449137"/>
            <a:ext cx="1566204" cy="101059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39ADDE2-8C8D-12AB-0946-07AEE796D0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607" y="13571"/>
            <a:ext cx="899541" cy="875097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69451BE-EA2B-A7AC-6A29-677032FA86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08" y="185759"/>
            <a:ext cx="1054364" cy="70290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5F92597-8264-73AE-F3BB-761C40E2736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7656" b="19168"/>
          <a:stretch>
            <a:fillRect/>
          </a:stretch>
        </p:blipFill>
        <p:spPr>
          <a:xfrm>
            <a:off x="121412" y="5560797"/>
            <a:ext cx="2700338" cy="115252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F2624F2-C90E-EEC8-1EFF-5C07DDAA57B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235" t="25850" r="5235" b="25850"/>
          <a:stretch>
            <a:fillRect/>
          </a:stretch>
        </p:blipFill>
        <p:spPr>
          <a:xfrm>
            <a:off x="3000364" y="1011253"/>
            <a:ext cx="2751651" cy="16605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52" name="Picture 4" descr="VIMS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0" y="0"/>
            <a:ext cx="9251950" cy="6958013"/>
          </a:xfrm>
          <a:noFill/>
          <a:ln/>
          <a:effectLst>
            <a:outerShdw dist="107763" dir="2700000" algn="ctr" rotWithShape="0">
              <a:srgbClr val="CACACA"/>
            </a:outerShdw>
          </a:effectLst>
        </p:spPr>
      </p:pic>
      <p:sp>
        <p:nvSpPr>
          <p:cNvPr id="181291" name="Rectangle 43"/>
          <p:cNvSpPr>
            <a:spLocks noChangeArrowheads="1"/>
          </p:cNvSpPr>
          <p:nvPr/>
        </p:nvSpPr>
        <p:spPr bwMode="auto">
          <a:xfrm>
            <a:off x="107950" y="6597650"/>
            <a:ext cx="9036050" cy="11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s-MX" sz="1200" b="1"/>
              <a:t> HORARIO: Lunes a Viernes 9:00 a.m a 5:30 p.m. y Sabados 9:00 a.m a 2:00 p.m</a:t>
            </a:r>
            <a:endParaRPr lang="es-ES" sz="1200" b="1"/>
          </a:p>
        </p:txBody>
      </p:sp>
      <p:sp>
        <p:nvSpPr>
          <p:cNvPr id="181292" name="Rectangle 44"/>
          <p:cNvSpPr>
            <a:spLocks noChangeArrowheads="1"/>
          </p:cNvSpPr>
          <p:nvPr/>
        </p:nvSpPr>
        <p:spPr bwMode="auto">
          <a:xfrm>
            <a:off x="1908175" y="0"/>
            <a:ext cx="2447925" cy="18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MX" sz="1000" b="1" i="1" u="sng" dirty="0">
                <a:solidFill>
                  <a:srgbClr val="D00000"/>
                </a:solidFill>
              </a:rPr>
              <a:t>CONTACTE CON NOSOTROS  CON EL FIN DE PODER DARLE UN TRATO PERSONALIZADO</a:t>
            </a:r>
            <a:endParaRPr lang="es-ES" sz="1000" b="1" i="1" u="sng" dirty="0">
              <a:solidFill>
                <a:srgbClr val="D00000"/>
              </a:solidFill>
            </a:endParaRPr>
          </a:p>
        </p:txBody>
      </p:sp>
      <p:sp>
        <p:nvSpPr>
          <p:cNvPr id="181294" name="Line 46"/>
          <p:cNvSpPr>
            <a:spLocks noChangeShapeType="1"/>
          </p:cNvSpPr>
          <p:nvPr/>
        </p:nvSpPr>
        <p:spPr bwMode="auto">
          <a:xfrm>
            <a:off x="1331913" y="2133600"/>
            <a:ext cx="0" cy="574675"/>
          </a:xfrm>
          <a:prstGeom prst="line">
            <a:avLst/>
          </a:prstGeom>
          <a:noFill/>
          <a:ln w="38100">
            <a:solidFill>
              <a:srgbClr val="4D4D4D"/>
            </a:solidFill>
            <a:round/>
            <a:headEnd/>
            <a:tailEnd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295" name="Line 47"/>
          <p:cNvSpPr>
            <a:spLocks noChangeShapeType="1"/>
          </p:cNvSpPr>
          <p:nvPr/>
        </p:nvSpPr>
        <p:spPr bwMode="auto">
          <a:xfrm>
            <a:off x="1331913" y="2708275"/>
            <a:ext cx="2016125" cy="0"/>
          </a:xfrm>
          <a:prstGeom prst="line">
            <a:avLst/>
          </a:prstGeom>
          <a:noFill/>
          <a:ln w="38100">
            <a:solidFill>
              <a:srgbClr val="4D4D4D"/>
            </a:solidFill>
            <a:round/>
            <a:headEnd/>
            <a:tailEnd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296" name="Oval 48"/>
          <p:cNvSpPr>
            <a:spLocks noChangeArrowheads="1"/>
          </p:cNvSpPr>
          <p:nvPr/>
        </p:nvSpPr>
        <p:spPr bwMode="auto">
          <a:xfrm>
            <a:off x="755650" y="1773238"/>
            <a:ext cx="215900" cy="2159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MX" sz="1200" b="1"/>
              <a:t>1</a:t>
            </a:r>
            <a:endParaRPr lang="es-ES" sz="1200" b="1"/>
          </a:p>
        </p:txBody>
      </p:sp>
      <p:sp>
        <p:nvSpPr>
          <p:cNvPr id="181298" name="Oval 50"/>
          <p:cNvSpPr>
            <a:spLocks noChangeArrowheads="1"/>
          </p:cNvSpPr>
          <p:nvPr/>
        </p:nvSpPr>
        <p:spPr bwMode="auto">
          <a:xfrm>
            <a:off x="1908175" y="1557338"/>
            <a:ext cx="215900" cy="2159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MX" sz="1200" b="1"/>
              <a:t>2</a:t>
            </a:r>
            <a:endParaRPr lang="es-ES" sz="1200" b="1"/>
          </a:p>
        </p:txBody>
      </p:sp>
      <p:sp>
        <p:nvSpPr>
          <p:cNvPr id="181299" name="Oval 51"/>
          <p:cNvSpPr>
            <a:spLocks noChangeArrowheads="1"/>
          </p:cNvSpPr>
          <p:nvPr/>
        </p:nvSpPr>
        <p:spPr bwMode="auto">
          <a:xfrm>
            <a:off x="5580063" y="1989138"/>
            <a:ext cx="215900" cy="2159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MX" sz="1200" b="1"/>
              <a:t>3</a:t>
            </a:r>
            <a:endParaRPr lang="es-ES" sz="1200" b="1"/>
          </a:p>
        </p:txBody>
      </p:sp>
      <p:sp>
        <p:nvSpPr>
          <p:cNvPr id="181300" name="Oval 52"/>
          <p:cNvSpPr>
            <a:spLocks noChangeArrowheads="1"/>
          </p:cNvSpPr>
          <p:nvPr/>
        </p:nvSpPr>
        <p:spPr bwMode="auto">
          <a:xfrm>
            <a:off x="5651500" y="2708275"/>
            <a:ext cx="215900" cy="2159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MX" sz="1200" b="1"/>
              <a:t>4</a:t>
            </a:r>
            <a:endParaRPr lang="es-ES" sz="1200" b="1"/>
          </a:p>
        </p:txBody>
      </p:sp>
      <p:sp>
        <p:nvSpPr>
          <p:cNvPr id="181301" name="Oval 53"/>
          <p:cNvSpPr>
            <a:spLocks noChangeArrowheads="1"/>
          </p:cNvSpPr>
          <p:nvPr/>
        </p:nvSpPr>
        <p:spPr bwMode="auto">
          <a:xfrm>
            <a:off x="7885113" y="4508500"/>
            <a:ext cx="215900" cy="2159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MX" sz="1200" b="1"/>
              <a:t>5</a:t>
            </a:r>
            <a:endParaRPr lang="es-ES" sz="1200" b="1"/>
          </a:p>
        </p:txBody>
      </p:sp>
      <p:sp>
        <p:nvSpPr>
          <p:cNvPr id="181302" name="Oval 54"/>
          <p:cNvSpPr>
            <a:spLocks noChangeArrowheads="1"/>
          </p:cNvSpPr>
          <p:nvPr/>
        </p:nvSpPr>
        <p:spPr bwMode="auto">
          <a:xfrm>
            <a:off x="6948488" y="4508500"/>
            <a:ext cx="215900" cy="2159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MX" sz="1200" b="1"/>
              <a:t>6</a:t>
            </a:r>
            <a:endParaRPr lang="es-ES" sz="1200" b="1"/>
          </a:p>
        </p:txBody>
      </p:sp>
      <p:sp>
        <p:nvSpPr>
          <p:cNvPr id="181303" name="Oval 55"/>
          <p:cNvSpPr>
            <a:spLocks noChangeArrowheads="1"/>
          </p:cNvSpPr>
          <p:nvPr/>
        </p:nvSpPr>
        <p:spPr bwMode="auto">
          <a:xfrm>
            <a:off x="5292725" y="3860800"/>
            <a:ext cx="215900" cy="2159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MX" sz="1200" b="1"/>
              <a:t>7</a:t>
            </a:r>
            <a:endParaRPr lang="es-ES" sz="1200" b="1"/>
          </a:p>
        </p:txBody>
      </p:sp>
      <p:sp>
        <p:nvSpPr>
          <p:cNvPr id="181304" name="Oval 56"/>
          <p:cNvSpPr>
            <a:spLocks noChangeArrowheads="1"/>
          </p:cNvSpPr>
          <p:nvPr/>
        </p:nvSpPr>
        <p:spPr bwMode="auto">
          <a:xfrm>
            <a:off x="4572000" y="2565400"/>
            <a:ext cx="215900" cy="2159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MX" sz="1200" b="1"/>
              <a:t>8</a:t>
            </a:r>
            <a:endParaRPr lang="es-ES" sz="1200" b="1"/>
          </a:p>
        </p:txBody>
      </p:sp>
      <p:sp>
        <p:nvSpPr>
          <p:cNvPr id="181305" name="Oval 57"/>
          <p:cNvSpPr>
            <a:spLocks noChangeArrowheads="1"/>
          </p:cNvSpPr>
          <p:nvPr/>
        </p:nvSpPr>
        <p:spPr bwMode="auto">
          <a:xfrm>
            <a:off x="2843213" y="4076700"/>
            <a:ext cx="215900" cy="2159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MX" sz="1200" b="1"/>
              <a:t>9</a:t>
            </a:r>
            <a:endParaRPr lang="es-ES" sz="1200" b="1"/>
          </a:p>
        </p:txBody>
      </p:sp>
      <p:sp>
        <p:nvSpPr>
          <p:cNvPr id="181306" name="Oval 58"/>
          <p:cNvSpPr>
            <a:spLocks noChangeArrowheads="1"/>
          </p:cNvSpPr>
          <p:nvPr/>
        </p:nvSpPr>
        <p:spPr bwMode="auto">
          <a:xfrm>
            <a:off x="1547813" y="3500438"/>
            <a:ext cx="215900" cy="2159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MX" sz="1200" b="1"/>
              <a:t>10</a:t>
            </a:r>
            <a:endParaRPr lang="es-ES" sz="1200" b="1"/>
          </a:p>
        </p:txBody>
      </p:sp>
      <p:sp>
        <p:nvSpPr>
          <p:cNvPr id="181307" name="Oval 59"/>
          <p:cNvSpPr>
            <a:spLocks noChangeArrowheads="1"/>
          </p:cNvSpPr>
          <p:nvPr/>
        </p:nvSpPr>
        <p:spPr bwMode="auto">
          <a:xfrm>
            <a:off x="1403350" y="4437063"/>
            <a:ext cx="215900" cy="2159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MX" sz="1200" b="1"/>
              <a:t>11</a:t>
            </a:r>
            <a:endParaRPr lang="es-ES" sz="1200" b="1"/>
          </a:p>
        </p:txBody>
      </p:sp>
      <p:sp>
        <p:nvSpPr>
          <p:cNvPr id="181310" name="AutoShape 62"/>
          <p:cNvSpPr>
            <a:spLocks noChangeAspect="1" noChangeArrowheads="1" noTextEdit="1"/>
          </p:cNvSpPr>
          <p:nvPr/>
        </p:nvSpPr>
        <p:spPr bwMode="auto">
          <a:xfrm>
            <a:off x="5003800" y="620713"/>
            <a:ext cx="865188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s-MX"/>
          </a:p>
        </p:txBody>
      </p:sp>
      <p:sp>
        <p:nvSpPr>
          <p:cNvPr id="181345" name="Line 97"/>
          <p:cNvSpPr>
            <a:spLocks noChangeShapeType="1"/>
          </p:cNvSpPr>
          <p:nvPr/>
        </p:nvSpPr>
        <p:spPr bwMode="auto">
          <a:xfrm>
            <a:off x="2411413" y="2349500"/>
            <a:ext cx="0" cy="142875"/>
          </a:xfrm>
          <a:prstGeom prst="line">
            <a:avLst/>
          </a:prstGeom>
          <a:noFill/>
          <a:ln w="38100">
            <a:solidFill>
              <a:srgbClr val="4D4D4D"/>
            </a:solidFill>
            <a:round/>
            <a:headEnd/>
            <a:tailEnd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46" name="Line 98"/>
          <p:cNvSpPr>
            <a:spLocks noChangeShapeType="1"/>
          </p:cNvSpPr>
          <p:nvPr/>
        </p:nvSpPr>
        <p:spPr bwMode="auto">
          <a:xfrm>
            <a:off x="2411413" y="2492375"/>
            <a:ext cx="865187" cy="0"/>
          </a:xfrm>
          <a:prstGeom prst="line">
            <a:avLst/>
          </a:prstGeom>
          <a:noFill/>
          <a:ln w="38100">
            <a:solidFill>
              <a:srgbClr val="4D4D4D"/>
            </a:solidFill>
            <a:round/>
            <a:headEnd/>
            <a:tailEnd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47" name="Freeform 99"/>
          <p:cNvSpPr>
            <a:spLocks/>
          </p:cNvSpPr>
          <p:nvPr/>
        </p:nvSpPr>
        <p:spPr bwMode="auto">
          <a:xfrm flipH="1">
            <a:off x="3673475" y="3009900"/>
            <a:ext cx="69850" cy="31559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974"/>
              </a:cxn>
            </a:cxnLst>
            <a:rect l="0" t="0" r="r" b="b"/>
            <a:pathLst>
              <a:path w="1" h="1974">
                <a:moveTo>
                  <a:pt x="0" y="0"/>
                </a:moveTo>
                <a:lnTo>
                  <a:pt x="0" y="1974"/>
                </a:lnTo>
              </a:path>
            </a:pathLst>
          </a:custGeom>
          <a:noFill/>
          <a:ln w="3810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prstShdw prst="shdw18" dist="17961" dir="135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48" name="Freeform 100"/>
          <p:cNvSpPr>
            <a:spLocks/>
          </p:cNvSpPr>
          <p:nvPr/>
        </p:nvSpPr>
        <p:spPr bwMode="auto">
          <a:xfrm>
            <a:off x="3743325" y="5953125"/>
            <a:ext cx="219075" cy="238125"/>
          </a:xfrm>
          <a:custGeom>
            <a:avLst/>
            <a:gdLst/>
            <a:ahLst/>
            <a:cxnLst>
              <a:cxn ang="0">
                <a:pos x="138" y="0"/>
              </a:cxn>
              <a:cxn ang="0">
                <a:pos x="0" y="150"/>
              </a:cxn>
            </a:cxnLst>
            <a:rect l="0" t="0" r="r" b="b"/>
            <a:pathLst>
              <a:path w="138" h="150">
                <a:moveTo>
                  <a:pt x="138" y="0"/>
                </a:moveTo>
                <a:lnTo>
                  <a:pt x="0" y="150"/>
                </a:lnTo>
              </a:path>
            </a:pathLst>
          </a:custGeom>
          <a:noFill/>
          <a:ln w="3810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49" name="Freeform 101"/>
          <p:cNvSpPr>
            <a:spLocks/>
          </p:cNvSpPr>
          <p:nvPr/>
        </p:nvSpPr>
        <p:spPr bwMode="auto">
          <a:xfrm>
            <a:off x="4284663" y="5276850"/>
            <a:ext cx="230187" cy="312738"/>
          </a:xfrm>
          <a:custGeom>
            <a:avLst/>
            <a:gdLst/>
            <a:ahLst/>
            <a:cxnLst>
              <a:cxn ang="0">
                <a:pos x="145" y="0"/>
              </a:cxn>
              <a:cxn ang="0">
                <a:pos x="0" y="197"/>
              </a:cxn>
            </a:cxnLst>
            <a:rect l="0" t="0" r="r" b="b"/>
            <a:pathLst>
              <a:path w="145" h="197">
                <a:moveTo>
                  <a:pt x="145" y="0"/>
                </a:moveTo>
                <a:lnTo>
                  <a:pt x="0" y="197"/>
                </a:lnTo>
              </a:path>
            </a:pathLst>
          </a:custGeom>
          <a:noFill/>
          <a:ln w="3810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50" name="Line 102"/>
          <p:cNvSpPr>
            <a:spLocks noChangeShapeType="1"/>
          </p:cNvSpPr>
          <p:nvPr/>
        </p:nvSpPr>
        <p:spPr bwMode="auto">
          <a:xfrm>
            <a:off x="2555875" y="4149725"/>
            <a:ext cx="0" cy="574675"/>
          </a:xfrm>
          <a:prstGeom prst="line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ffectLst>
            <a:prstShdw prst="shdw18" dist="17961" dir="135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51" name="Line 103"/>
          <p:cNvSpPr>
            <a:spLocks noChangeShapeType="1"/>
          </p:cNvSpPr>
          <p:nvPr/>
        </p:nvSpPr>
        <p:spPr bwMode="auto">
          <a:xfrm>
            <a:off x="2195513" y="4724400"/>
            <a:ext cx="360362" cy="0"/>
          </a:xfrm>
          <a:prstGeom prst="line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ffectLst>
            <a:prstShdw prst="shdw18" dist="17961" dir="135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52" name="Freeform 104"/>
          <p:cNvSpPr>
            <a:spLocks/>
          </p:cNvSpPr>
          <p:nvPr/>
        </p:nvSpPr>
        <p:spPr bwMode="auto">
          <a:xfrm>
            <a:off x="3076575" y="3019425"/>
            <a:ext cx="247650" cy="5048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6" y="318"/>
              </a:cxn>
            </a:cxnLst>
            <a:rect l="0" t="0" r="r" b="b"/>
            <a:pathLst>
              <a:path w="156" h="318">
                <a:moveTo>
                  <a:pt x="0" y="0"/>
                </a:moveTo>
                <a:lnTo>
                  <a:pt x="156" y="318"/>
                </a:lnTo>
              </a:path>
            </a:pathLst>
          </a:custGeom>
          <a:noFill/>
          <a:ln w="5715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53" name="Freeform 105"/>
          <p:cNvSpPr>
            <a:spLocks/>
          </p:cNvSpPr>
          <p:nvPr/>
        </p:nvSpPr>
        <p:spPr bwMode="auto">
          <a:xfrm>
            <a:off x="4476750" y="2495550"/>
            <a:ext cx="514350" cy="1047750"/>
          </a:xfrm>
          <a:custGeom>
            <a:avLst/>
            <a:gdLst/>
            <a:ahLst/>
            <a:cxnLst>
              <a:cxn ang="0">
                <a:pos x="324" y="0"/>
              </a:cxn>
              <a:cxn ang="0">
                <a:pos x="0" y="660"/>
              </a:cxn>
            </a:cxnLst>
            <a:rect l="0" t="0" r="r" b="b"/>
            <a:pathLst>
              <a:path w="324" h="660">
                <a:moveTo>
                  <a:pt x="324" y="0"/>
                </a:moveTo>
                <a:lnTo>
                  <a:pt x="0" y="660"/>
                </a:lnTo>
              </a:path>
            </a:pathLst>
          </a:custGeom>
          <a:noFill/>
          <a:ln w="3810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prstShdw prst="shdw18" dist="17961" dir="135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54" name="Line 106"/>
          <p:cNvSpPr>
            <a:spLocks noChangeShapeType="1"/>
          </p:cNvSpPr>
          <p:nvPr/>
        </p:nvSpPr>
        <p:spPr bwMode="auto">
          <a:xfrm>
            <a:off x="5940425" y="2492375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181356" name="Freeform 108"/>
          <p:cNvSpPr>
            <a:spLocks/>
          </p:cNvSpPr>
          <p:nvPr/>
        </p:nvSpPr>
        <p:spPr bwMode="auto">
          <a:xfrm>
            <a:off x="5905500" y="2486025"/>
            <a:ext cx="971550" cy="79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12" y="5"/>
              </a:cxn>
            </a:cxnLst>
            <a:rect l="0" t="0" r="r" b="b"/>
            <a:pathLst>
              <a:path w="612" h="5">
                <a:moveTo>
                  <a:pt x="0" y="0"/>
                </a:moveTo>
                <a:lnTo>
                  <a:pt x="612" y="5"/>
                </a:lnTo>
              </a:path>
            </a:pathLst>
          </a:custGeom>
          <a:solidFill>
            <a:srgbClr val="808080"/>
          </a:solidFill>
          <a:ln w="3810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57" name="Line 109"/>
          <p:cNvSpPr>
            <a:spLocks noChangeShapeType="1"/>
          </p:cNvSpPr>
          <p:nvPr/>
        </p:nvSpPr>
        <p:spPr bwMode="auto">
          <a:xfrm>
            <a:off x="6877050" y="2492375"/>
            <a:ext cx="71438" cy="73025"/>
          </a:xfrm>
          <a:prstGeom prst="line">
            <a:avLst/>
          </a:prstGeom>
          <a:noFill/>
          <a:ln w="38100">
            <a:solidFill>
              <a:srgbClr val="4D4D4D"/>
            </a:solidFill>
            <a:round/>
            <a:headEnd/>
            <a:tailEnd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58" name="Line 110"/>
          <p:cNvSpPr>
            <a:spLocks noChangeShapeType="1"/>
          </p:cNvSpPr>
          <p:nvPr/>
        </p:nvSpPr>
        <p:spPr bwMode="auto">
          <a:xfrm>
            <a:off x="6948488" y="2565400"/>
            <a:ext cx="0" cy="2303463"/>
          </a:xfrm>
          <a:prstGeom prst="line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59" name="Freeform 111"/>
          <p:cNvSpPr>
            <a:spLocks/>
          </p:cNvSpPr>
          <p:nvPr/>
        </p:nvSpPr>
        <p:spPr bwMode="auto">
          <a:xfrm>
            <a:off x="6981825" y="5048250"/>
            <a:ext cx="38100" cy="57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" y="36"/>
              </a:cxn>
            </a:cxnLst>
            <a:rect l="0" t="0" r="r" b="b"/>
            <a:pathLst>
              <a:path w="24" h="36">
                <a:moveTo>
                  <a:pt x="0" y="0"/>
                </a:moveTo>
                <a:lnTo>
                  <a:pt x="24" y="36"/>
                </a:lnTo>
              </a:path>
            </a:pathLst>
          </a:custGeom>
          <a:noFill/>
          <a:ln w="3810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60" name="Freeform 112"/>
          <p:cNvSpPr>
            <a:spLocks/>
          </p:cNvSpPr>
          <p:nvPr/>
        </p:nvSpPr>
        <p:spPr bwMode="auto">
          <a:xfrm>
            <a:off x="7019925" y="5084763"/>
            <a:ext cx="1038225" cy="15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54" y="1"/>
              </a:cxn>
            </a:cxnLst>
            <a:rect l="0" t="0" r="r" b="b"/>
            <a:pathLst>
              <a:path w="654" h="1">
                <a:moveTo>
                  <a:pt x="0" y="0"/>
                </a:moveTo>
                <a:lnTo>
                  <a:pt x="654" y="1"/>
                </a:lnTo>
              </a:path>
            </a:pathLst>
          </a:custGeom>
          <a:noFill/>
          <a:ln w="3810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61" name="Freeform 113"/>
          <p:cNvSpPr>
            <a:spLocks/>
          </p:cNvSpPr>
          <p:nvPr/>
        </p:nvSpPr>
        <p:spPr bwMode="auto">
          <a:xfrm>
            <a:off x="5762625" y="3114675"/>
            <a:ext cx="200025" cy="9525"/>
          </a:xfrm>
          <a:custGeom>
            <a:avLst/>
            <a:gdLst/>
            <a:ahLst/>
            <a:cxnLst>
              <a:cxn ang="0">
                <a:pos x="0" y="6"/>
              </a:cxn>
              <a:cxn ang="0">
                <a:pos x="126" y="0"/>
              </a:cxn>
            </a:cxnLst>
            <a:rect l="0" t="0" r="r" b="b"/>
            <a:pathLst>
              <a:path w="126" h="6">
                <a:moveTo>
                  <a:pt x="0" y="6"/>
                </a:moveTo>
                <a:lnTo>
                  <a:pt x="126" y="0"/>
                </a:lnTo>
              </a:path>
            </a:pathLst>
          </a:custGeom>
          <a:noFill/>
          <a:ln w="28575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62" name="Freeform 114"/>
          <p:cNvSpPr>
            <a:spLocks/>
          </p:cNvSpPr>
          <p:nvPr/>
        </p:nvSpPr>
        <p:spPr bwMode="auto">
          <a:xfrm>
            <a:off x="5962650" y="3114675"/>
            <a:ext cx="104775" cy="1333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6" y="84"/>
              </a:cxn>
            </a:cxnLst>
            <a:rect l="0" t="0" r="r" b="b"/>
            <a:pathLst>
              <a:path w="66" h="84">
                <a:moveTo>
                  <a:pt x="0" y="0"/>
                </a:moveTo>
                <a:lnTo>
                  <a:pt x="66" y="84"/>
                </a:lnTo>
              </a:path>
            </a:pathLst>
          </a:custGeom>
          <a:noFill/>
          <a:ln w="3810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63" name="Freeform 115"/>
          <p:cNvSpPr>
            <a:spLocks/>
          </p:cNvSpPr>
          <p:nvPr/>
        </p:nvSpPr>
        <p:spPr bwMode="auto">
          <a:xfrm>
            <a:off x="6057900" y="3228975"/>
            <a:ext cx="9525" cy="666750"/>
          </a:xfrm>
          <a:custGeom>
            <a:avLst/>
            <a:gdLst/>
            <a:ahLst/>
            <a:cxnLst>
              <a:cxn ang="0">
                <a:pos x="6" y="0"/>
              </a:cxn>
              <a:cxn ang="0">
                <a:pos x="0" y="420"/>
              </a:cxn>
            </a:cxnLst>
            <a:rect l="0" t="0" r="r" b="b"/>
            <a:pathLst>
              <a:path w="6" h="420">
                <a:moveTo>
                  <a:pt x="6" y="0"/>
                </a:moveTo>
                <a:lnTo>
                  <a:pt x="0" y="420"/>
                </a:lnTo>
              </a:path>
            </a:pathLst>
          </a:custGeom>
          <a:noFill/>
          <a:ln w="3810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64" name="Freeform 116"/>
          <p:cNvSpPr>
            <a:spLocks/>
          </p:cNvSpPr>
          <p:nvPr/>
        </p:nvSpPr>
        <p:spPr bwMode="auto">
          <a:xfrm>
            <a:off x="1979613" y="3644900"/>
            <a:ext cx="1587" cy="3175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" y="200"/>
              </a:cxn>
            </a:cxnLst>
            <a:rect l="0" t="0" r="r" b="b"/>
            <a:pathLst>
              <a:path w="1" h="200">
                <a:moveTo>
                  <a:pt x="0" y="0"/>
                </a:moveTo>
                <a:lnTo>
                  <a:pt x="1" y="200"/>
                </a:lnTo>
              </a:path>
            </a:pathLst>
          </a:custGeom>
          <a:noFill/>
          <a:ln w="3810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65" name="Freeform 117"/>
          <p:cNvSpPr>
            <a:spLocks/>
          </p:cNvSpPr>
          <p:nvPr/>
        </p:nvSpPr>
        <p:spPr bwMode="auto">
          <a:xfrm>
            <a:off x="1979613" y="3781425"/>
            <a:ext cx="392112" cy="7938"/>
          </a:xfrm>
          <a:custGeom>
            <a:avLst/>
            <a:gdLst/>
            <a:ahLst/>
            <a:cxnLst>
              <a:cxn ang="0">
                <a:pos x="0" y="5"/>
              </a:cxn>
              <a:cxn ang="0">
                <a:pos x="247" y="0"/>
              </a:cxn>
            </a:cxnLst>
            <a:rect l="0" t="0" r="r" b="b"/>
            <a:pathLst>
              <a:path w="247" h="5">
                <a:moveTo>
                  <a:pt x="0" y="5"/>
                </a:moveTo>
                <a:lnTo>
                  <a:pt x="247" y="0"/>
                </a:lnTo>
              </a:path>
            </a:pathLst>
          </a:custGeom>
          <a:noFill/>
          <a:ln w="3810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66" name="Freeform 118"/>
          <p:cNvSpPr>
            <a:spLocks/>
          </p:cNvSpPr>
          <p:nvPr/>
        </p:nvSpPr>
        <p:spPr bwMode="auto">
          <a:xfrm>
            <a:off x="1979613" y="3141663"/>
            <a:ext cx="1587" cy="3063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" y="193"/>
              </a:cxn>
            </a:cxnLst>
            <a:rect l="0" t="0" r="r" b="b"/>
            <a:pathLst>
              <a:path w="1" h="193">
                <a:moveTo>
                  <a:pt x="0" y="0"/>
                </a:moveTo>
                <a:lnTo>
                  <a:pt x="1" y="193"/>
                </a:lnTo>
              </a:path>
            </a:pathLst>
          </a:custGeom>
          <a:noFill/>
          <a:ln w="3810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67" name="Line 119"/>
          <p:cNvSpPr>
            <a:spLocks noChangeShapeType="1"/>
          </p:cNvSpPr>
          <p:nvPr/>
        </p:nvSpPr>
        <p:spPr bwMode="auto">
          <a:xfrm>
            <a:off x="3779838" y="1844675"/>
            <a:ext cx="0" cy="431800"/>
          </a:xfrm>
          <a:prstGeom prst="line">
            <a:avLst/>
          </a:prstGeom>
          <a:noFill/>
          <a:ln w="38100">
            <a:solidFill>
              <a:srgbClr val="4D4D4D"/>
            </a:solidFill>
            <a:round/>
            <a:headEnd/>
            <a:tailEnd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68" name="Freeform 120"/>
          <p:cNvSpPr>
            <a:spLocks/>
          </p:cNvSpPr>
          <p:nvPr/>
        </p:nvSpPr>
        <p:spPr bwMode="auto">
          <a:xfrm>
            <a:off x="3779838" y="1268413"/>
            <a:ext cx="1587" cy="1031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" y="65"/>
              </a:cxn>
            </a:cxnLst>
            <a:rect l="0" t="0" r="r" b="b"/>
            <a:pathLst>
              <a:path w="1" h="65">
                <a:moveTo>
                  <a:pt x="0" y="0"/>
                </a:moveTo>
                <a:lnTo>
                  <a:pt x="1" y="65"/>
                </a:lnTo>
              </a:path>
            </a:pathLst>
          </a:custGeom>
          <a:noFill/>
          <a:ln w="3810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69" name="Freeform 121"/>
          <p:cNvSpPr>
            <a:spLocks/>
          </p:cNvSpPr>
          <p:nvPr/>
        </p:nvSpPr>
        <p:spPr bwMode="auto">
          <a:xfrm>
            <a:off x="4714875" y="3171825"/>
            <a:ext cx="514350" cy="1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24" y="0"/>
              </a:cxn>
            </a:cxnLst>
            <a:rect l="0" t="0" r="r" b="b"/>
            <a:pathLst>
              <a:path w="324" h="1">
                <a:moveTo>
                  <a:pt x="0" y="0"/>
                </a:moveTo>
                <a:lnTo>
                  <a:pt x="324" y="0"/>
                </a:lnTo>
              </a:path>
            </a:pathLst>
          </a:custGeom>
          <a:noFill/>
          <a:ln w="3810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181370" name="Freeform 122"/>
          <p:cNvSpPr>
            <a:spLocks/>
          </p:cNvSpPr>
          <p:nvPr/>
        </p:nvSpPr>
        <p:spPr bwMode="auto">
          <a:xfrm>
            <a:off x="3352800" y="3524250"/>
            <a:ext cx="1095375" cy="1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90" y="0"/>
              </a:cxn>
            </a:cxnLst>
            <a:rect l="0" t="0" r="r" b="b"/>
            <a:pathLst>
              <a:path w="690" h="1">
                <a:moveTo>
                  <a:pt x="0" y="0"/>
                </a:moveTo>
                <a:lnTo>
                  <a:pt x="690" y="0"/>
                </a:lnTo>
              </a:path>
            </a:pathLst>
          </a:custGeom>
          <a:noFill/>
          <a:ln w="3810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prstShdw prst="shdw17" dist="17961" dir="2700000">
              <a:srgbClr val="4D4D4D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s-MX"/>
          </a:p>
        </p:txBody>
      </p:sp>
      <p:sp>
        <p:nvSpPr>
          <p:cNvPr id="181371" name="Freeform 123"/>
          <p:cNvSpPr>
            <a:spLocks/>
          </p:cNvSpPr>
          <p:nvPr/>
        </p:nvSpPr>
        <p:spPr bwMode="auto">
          <a:xfrm>
            <a:off x="2581275" y="3143250"/>
            <a:ext cx="9525" cy="2857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" y="180"/>
              </a:cxn>
            </a:cxnLst>
            <a:rect l="0" t="0" r="r" b="b"/>
            <a:pathLst>
              <a:path w="6" h="180">
                <a:moveTo>
                  <a:pt x="0" y="0"/>
                </a:moveTo>
                <a:lnTo>
                  <a:pt x="6" y="180"/>
                </a:lnTo>
              </a:path>
            </a:pathLst>
          </a:custGeom>
          <a:noFill/>
          <a:ln w="3810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181372" name="Freeform 124"/>
          <p:cNvSpPr>
            <a:spLocks/>
          </p:cNvSpPr>
          <p:nvPr/>
        </p:nvSpPr>
        <p:spPr bwMode="auto">
          <a:xfrm>
            <a:off x="2590800" y="3038475"/>
            <a:ext cx="114300" cy="95250"/>
          </a:xfrm>
          <a:custGeom>
            <a:avLst/>
            <a:gdLst/>
            <a:ahLst/>
            <a:cxnLst>
              <a:cxn ang="0">
                <a:pos x="72" y="0"/>
              </a:cxn>
              <a:cxn ang="0">
                <a:pos x="0" y="60"/>
              </a:cxn>
            </a:cxnLst>
            <a:rect l="0" t="0" r="r" b="b"/>
            <a:pathLst>
              <a:path w="72" h="60">
                <a:moveTo>
                  <a:pt x="72" y="0"/>
                </a:moveTo>
                <a:lnTo>
                  <a:pt x="0" y="60"/>
                </a:lnTo>
              </a:path>
            </a:pathLst>
          </a:custGeom>
          <a:noFill/>
          <a:ln w="3810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181373" name="Freeform 125"/>
          <p:cNvSpPr>
            <a:spLocks/>
          </p:cNvSpPr>
          <p:nvPr/>
        </p:nvSpPr>
        <p:spPr bwMode="auto">
          <a:xfrm>
            <a:off x="2705100" y="2998788"/>
            <a:ext cx="354013" cy="30162"/>
          </a:xfrm>
          <a:custGeom>
            <a:avLst/>
            <a:gdLst/>
            <a:ahLst/>
            <a:cxnLst>
              <a:cxn ang="0">
                <a:pos x="0" y="19"/>
              </a:cxn>
              <a:cxn ang="0">
                <a:pos x="223" y="0"/>
              </a:cxn>
            </a:cxnLst>
            <a:rect l="0" t="0" r="r" b="b"/>
            <a:pathLst>
              <a:path w="223" h="19">
                <a:moveTo>
                  <a:pt x="0" y="19"/>
                </a:moveTo>
                <a:lnTo>
                  <a:pt x="223" y="0"/>
                </a:lnTo>
              </a:path>
            </a:pathLst>
          </a:custGeom>
          <a:noFill/>
          <a:ln w="38100" cmpd="sng">
            <a:solidFill>
              <a:srgbClr val="4D4D4D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E910C17-3933-7204-A4B2-D1DBA23E1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137" y="234228"/>
            <a:ext cx="2186770" cy="9843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2825</TotalTime>
  <Words>337</Words>
  <Application>Microsoft Office PowerPoint</Application>
  <PresentationFormat>Presentación en pantalla (4:3)</PresentationFormat>
  <Paragraphs>52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3" baseType="lpstr">
      <vt:lpstr>Arial</vt:lpstr>
      <vt:lpstr>Arial Black</vt:lpstr>
      <vt:lpstr>Arial Unicode MS</vt:lpstr>
      <vt:lpstr>Calibri</vt:lpstr>
      <vt:lpstr>Cambria</vt:lpstr>
      <vt:lpstr>Century Gothic</vt:lpstr>
      <vt:lpstr>Constantia</vt:lpstr>
      <vt:lpstr>Franklin Gothic Demi Cond</vt:lpstr>
      <vt:lpstr>Garamond</vt:lpstr>
      <vt:lpstr>Palatino Linotype</vt:lpstr>
      <vt:lpstr>Diseño predeterminado</vt:lpstr>
      <vt:lpstr>Presentación de PowerPoint</vt:lpstr>
      <vt:lpstr>Presentación de PowerPoint</vt:lpstr>
    </vt:vector>
  </TitlesOfParts>
  <Company> Estudio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José  E. Acosta</dc:creator>
  <cp:lastModifiedBy>jose acosta</cp:lastModifiedBy>
  <cp:revision>145</cp:revision>
  <dcterms:created xsi:type="dcterms:W3CDTF">2007-05-11T22:43:25Z</dcterms:created>
  <dcterms:modified xsi:type="dcterms:W3CDTF">2026-06-26T17:22:00Z</dcterms:modified>
</cp:coreProperties>
</file>